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4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7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1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6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70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0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5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73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2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062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72321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21973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23696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11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08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42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752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664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0666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519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93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4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720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53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377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839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57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0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imple Natural landscape Pixel Art Background | OpenGameArt.org">
            <a:extLst>
              <a:ext uri="{FF2B5EF4-FFF2-40B4-BE49-F238E27FC236}">
                <a16:creationId xmlns:a16="http://schemas.microsoft.com/office/drawing/2014/main" id="{84E6A5E7-B868-3A78-61E6-2F59F0F858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560B62-DDF8-CBCD-B86C-FD70D634E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Ecohouse</a:t>
            </a:r>
            <a:br>
              <a:rPr lang="en-US" b="1" dirty="0"/>
            </a:br>
            <a:br>
              <a:rPr lang="en-US" b="1" dirty="0"/>
            </a:br>
            <a:endParaRPr lang="bg-B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C0B3F-2D4B-8C00-AD09-8CA1EEFA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Unity Collaboration 404 – </a:t>
            </a:r>
            <a:r>
              <a:rPr lang="bg-BG" dirty="0"/>
              <a:t>Лъчезар Христов, Андрей Димитров, Димитър Димитров, Андрей Милушев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C3258-4A10-4D70-7A1E-0B8D7203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09673">
            <a:off x="327006" y="276450"/>
            <a:ext cx="3244645" cy="3244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46C419-E003-4237-F814-F6EA88BAB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26763">
            <a:off x="8526270" y="-75703"/>
            <a:ext cx="3587361" cy="3587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3150A5-1CBC-8BDA-B455-56044CD46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662" y="4402539"/>
            <a:ext cx="2455461" cy="2455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476DCE-A793-CD6C-7B0C-3531DC538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341" y="5481227"/>
            <a:ext cx="3842217" cy="61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1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mple Natural landscape Pixel Art Background | OpenGameArt.org">
            <a:extLst>
              <a:ext uri="{FF2B5EF4-FFF2-40B4-BE49-F238E27FC236}">
                <a16:creationId xmlns:a16="http://schemas.microsoft.com/office/drawing/2014/main" id="{D3AC2904-BFC3-C3F3-A93D-D924FF79E3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E9A9AD-208D-2400-BBDA-16D23F38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2111" y="183382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DE176-B75C-9389-7328-4891BC8C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1E62-D9E1-7511-CA71-3AC477A70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ctr">
              <a:buAutoNum type="arabicPeriod"/>
            </a:pPr>
            <a:r>
              <a:rPr lang="bg-BG" sz="2400" dirty="0"/>
              <a:t>Идеята</a:t>
            </a:r>
          </a:p>
          <a:p>
            <a:pPr marL="342900" indent="-342900" algn="ctr">
              <a:buAutoNum type="arabicPeriod"/>
            </a:pPr>
            <a:r>
              <a:rPr lang="bg-BG" sz="2400" dirty="0"/>
              <a:t>Реализация на проекта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Gamified Solution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Website</a:t>
            </a:r>
            <a:endParaRPr lang="bg-BG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Demo</a:t>
            </a:r>
          </a:p>
          <a:p>
            <a:pPr marL="342900" indent="-342900" algn="ctr">
              <a:buAutoNum type="arabicPeriod"/>
            </a:pPr>
            <a:r>
              <a:rPr lang="bg-BG" sz="2400" dirty="0"/>
              <a:t>Бъдещето на проекта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D6FA8D-7F3A-C7A2-8F99-7AAF18DB3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215" y="4726857"/>
            <a:ext cx="2239297" cy="22392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7AF338-C6C3-0100-BB75-463CB70BA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642" y="-147485"/>
            <a:ext cx="3056603" cy="53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7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imple Natural landscape Pixel Art Background | OpenGameArt.org">
            <a:extLst>
              <a:ext uri="{FF2B5EF4-FFF2-40B4-BE49-F238E27FC236}">
                <a16:creationId xmlns:a16="http://schemas.microsoft.com/office/drawing/2014/main" id="{05A6C7C8-7DB9-3900-DFB8-1B3795FCBF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042318-95A7-B3E5-70FB-52C6F6F1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идеята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6DE0-6EC9-2FF2-3B9E-1A9D80533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b="1" dirty="0"/>
              <a:t>Gamified Solution </a:t>
            </a:r>
            <a:r>
              <a:rPr lang="bg-BG" sz="1800" b="1" dirty="0"/>
              <a:t>за проблем с употребата на електричеството у дома</a:t>
            </a:r>
            <a:endParaRPr lang="en-US" sz="1800" b="1" dirty="0"/>
          </a:p>
          <a:p>
            <a:pPr algn="ctr"/>
            <a:r>
              <a:rPr lang="bg-BG" sz="1800" b="1" dirty="0"/>
              <a:t>Интеграция на </a:t>
            </a:r>
            <a:r>
              <a:rPr lang="en-US" sz="1800" b="1" dirty="0"/>
              <a:t>Website + Game</a:t>
            </a:r>
            <a:r>
              <a:rPr lang="bg-BG" sz="1800" b="1" dirty="0"/>
              <a:t> за по-висока достъпност от потребители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257F0-D387-695A-A23B-0F2949558D51}"/>
              </a:ext>
            </a:extLst>
          </p:cNvPr>
          <p:cNvSpPr txBox="1"/>
          <p:nvPr/>
        </p:nvSpPr>
        <p:spPr>
          <a:xfrm>
            <a:off x="1622323" y="2119745"/>
            <a:ext cx="86917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/>
              <a:t>Проблемът</a:t>
            </a:r>
            <a:r>
              <a:rPr lang="bg-BG" dirty="0"/>
              <a:t>: Енергията е навсякъде в дома ни, но е трудно да следим колко електроенергия използваме и да сме мотивирани да подобрим своите електроуреди.</a:t>
            </a:r>
            <a:endParaRPr lang="en-US" dirty="0"/>
          </a:p>
          <a:p>
            <a:endParaRPr lang="en-US" dirty="0"/>
          </a:p>
          <a:p>
            <a:r>
              <a:rPr lang="bg-BG" dirty="0"/>
              <a:t>Проектът позволява човек да бъде мотивиран да смени своите стари и енергийно неефективни електрически уреди.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3597C-5414-DA3A-5DE4-EADBF1F3A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3" y="5087485"/>
            <a:ext cx="2418736" cy="1360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576CF-9445-8919-7E3B-60769973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156" y="5486767"/>
            <a:ext cx="282892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9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imple Natural landscape Pixel Art Background | OpenGameArt.org">
            <a:extLst>
              <a:ext uri="{FF2B5EF4-FFF2-40B4-BE49-F238E27FC236}">
                <a16:creationId xmlns:a16="http://schemas.microsoft.com/office/drawing/2014/main" id="{2F676A2C-6445-B93E-080A-D3521B8FC3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pic>
        <p:nvPicPr>
          <p:cNvPr id="13" name="Picture 12" descr="Starting with Tailwind CSS: From Basics to Advanced Concepts | by Amit  Mishra | Dev Genius">
            <a:extLst>
              <a:ext uri="{FF2B5EF4-FFF2-40B4-BE49-F238E27FC236}">
                <a16:creationId xmlns:a16="http://schemas.microsoft.com/office/drawing/2014/main" id="{D76E564B-6740-6526-71DA-1339F1138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67" y="1558236"/>
            <a:ext cx="3269482" cy="18163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500031-5382-355E-B1CB-9E329C64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Реализация на 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66616-A837-34CF-BC37-5A5AFACF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/>
              <a:t>Unity Engine</a:t>
            </a:r>
          </a:p>
          <a:p>
            <a:pPr marL="342900" indent="-342900">
              <a:buAutoNum type="arabicPeriod"/>
            </a:pPr>
            <a:r>
              <a:rPr lang="en-US" b="1" dirty="0" err="1"/>
              <a:t>NextJS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MongoDB</a:t>
            </a:r>
          </a:p>
          <a:p>
            <a:pPr marL="342900" indent="-342900">
              <a:buAutoNum type="arabicPeriod"/>
            </a:pPr>
            <a:r>
              <a:rPr lang="en-US" b="1" dirty="0" err="1"/>
              <a:t>Vercel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TailwindCSS</a:t>
            </a:r>
            <a:endParaRPr lang="bg-B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FE6D3-F1D3-3128-CB5B-5586DCC59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771" y="1558236"/>
            <a:ext cx="4876800" cy="2541324"/>
          </a:xfrm>
          <a:prstGeom prst="rect">
            <a:avLst/>
          </a:prstGeom>
        </p:spPr>
      </p:pic>
      <p:pic>
        <p:nvPicPr>
          <p:cNvPr id="6" name="Picture 5" descr="Next.js - An introduction | SparkFabrik Tech Blog">
            <a:extLst>
              <a:ext uri="{FF2B5EF4-FFF2-40B4-BE49-F238E27FC236}">
                <a16:creationId xmlns:a16="http://schemas.microsoft.com/office/drawing/2014/main" id="{424DBFCA-7DFF-7628-6EAA-9E84951B91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07" r="14567"/>
          <a:stretch>
            <a:fillRect/>
          </a:stretch>
        </p:blipFill>
        <p:spPr>
          <a:xfrm>
            <a:off x="6420130" y="4671423"/>
            <a:ext cx="2537057" cy="1419296"/>
          </a:xfrm>
          <a:prstGeom prst="rect">
            <a:avLst/>
          </a:prstGeom>
        </p:spPr>
      </p:pic>
      <p:pic>
        <p:nvPicPr>
          <p:cNvPr id="7" name="Picture 6" descr="What is MongoDB? NoSQL database explained in an easy way.">
            <a:extLst>
              <a:ext uri="{FF2B5EF4-FFF2-40B4-BE49-F238E27FC236}">
                <a16:creationId xmlns:a16="http://schemas.microsoft.com/office/drawing/2014/main" id="{B03B149D-4151-E3E9-B95B-9AEAAB25A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980" y="4527536"/>
            <a:ext cx="1269218" cy="1707070"/>
          </a:xfrm>
          <a:prstGeom prst="rect">
            <a:avLst/>
          </a:prstGeom>
        </p:spPr>
      </p:pic>
      <p:pic>
        <p:nvPicPr>
          <p:cNvPr id="12" name="Picture 11" descr="Vercel: Streamline Workflows and Increase Productivity">
            <a:extLst>
              <a:ext uri="{FF2B5EF4-FFF2-40B4-BE49-F238E27FC236}">
                <a16:creationId xmlns:a16="http://schemas.microsoft.com/office/drawing/2014/main" id="{5F6DDE33-1435-0955-2918-5F1E919789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615" t="22805" b="20559"/>
          <a:stretch>
            <a:fillRect/>
          </a:stretch>
        </p:blipFill>
        <p:spPr>
          <a:xfrm>
            <a:off x="2995754" y="4288968"/>
            <a:ext cx="3053764" cy="226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9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mple Natural landscape Pixel Art Background | OpenGameArt.org">
            <a:extLst>
              <a:ext uri="{FF2B5EF4-FFF2-40B4-BE49-F238E27FC236}">
                <a16:creationId xmlns:a16="http://schemas.microsoft.com/office/drawing/2014/main" id="{63476D76-AED5-AE0D-D766-B655FBDE48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0C2FE-7BD1-CAD7-0EDB-E2B4C848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Gamified solution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39B9-3F04-8D3A-F582-15ABA40CF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55" y="1958183"/>
            <a:ext cx="8832613" cy="4166755"/>
          </a:xfrm>
        </p:spPr>
        <p:txBody>
          <a:bodyPr/>
          <a:lstStyle/>
          <a:p>
            <a:r>
              <a:rPr lang="bg-BG" b="1" dirty="0"/>
              <a:t>Идея на Играта: </a:t>
            </a:r>
            <a:r>
              <a:rPr lang="bg-BG" dirty="0"/>
              <a:t>Сменяме старите електроуреди</a:t>
            </a:r>
            <a:r>
              <a:rPr lang="en-US" dirty="0"/>
              <a:t> </a:t>
            </a:r>
            <a:r>
              <a:rPr lang="bg-BG" dirty="0"/>
              <a:t>с нови</a:t>
            </a:r>
            <a:r>
              <a:rPr lang="en-US" dirty="0"/>
              <a:t>,</a:t>
            </a:r>
            <a:r>
              <a:rPr lang="bg-BG" dirty="0"/>
              <a:t> по-енергийно ефективни.</a:t>
            </a:r>
            <a:endParaRPr lang="en-US" dirty="0"/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bg-BG" dirty="0"/>
              <a:t>Заменяме старите уреди с нови, които съществуват в реалния свят.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bg-BG" dirty="0"/>
              <a:t>Използваме по-малко енергия и печелим </a:t>
            </a:r>
            <a:r>
              <a:rPr lang="en-US" dirty="0"/>
              <a:t>ECO Points, </a:t>
            </a:r>
            <a:r>
              <a:rPr lang="bg-BG" dirty="0"/>
              <a:t>които ни дават отстъпки за реалните продукти.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bg-BG" dirty="0"/>
              <a:t>Така помагаме на хората да спестяват пари за електроуреди и едновременно ги  мотивираме да използват енергийно ефективни уреди, които помагат на природата и информираме.</a:t>
            </a:r>
          </a:p>
          <a:p>
            <a:endParaRPr lang="bg-BG" dirty="0"/>
          </a:p>
          <a:p>
            <a:r>
              <a:rPr lang="en-US" dirty="0"/>
              <a:t>Clicker game – </a:t>
            </a:r>
            <a:r>
              <a:rPr lang="bg-BG" dirty="0"/>
              <a:t>3 стаи, 2 мини-игри, динамична връзка с </a:t>
            </a:r>
            <a:r>
              <a:rPr lang="en-US" dirty="0"/>
              <a:t>website</a:t>
            </a:r>
            <a:endParaRPr lang="bg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8C615-25BB-7C1C-ED26-436A6DE6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375" y="105140"/>
            <a:ext cx="4385186" cy="2317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94C40D-4B67-7CA8-8D4C-94FB78E04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482" y="4699287"/>
            <a:ext cx="4267200" cy="213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2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owerpoint background template Images - Free Download on Magnific (formerly  Freepik)">
            <a:extLst>
              <a:ext uri="{FF2B5EF4-FFF2-40B4-BE49-F238E27FC236}">
                <a16:creationId xmlns:a16="http://schemas.microsoft.com/office/drawing/2014/main" id="{EDA53A8A-C72B-487D-EC02-2B22C91A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46"/>
            <a:ext cx="12133006" cy="6837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8E9545-F977-5199-3DCD-7ECE95D5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Gamified solution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928FF-38E7-8EED-4E09-17CEFE86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1800" dirty="0"/>
              <a:t>Плюсове за всеки: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/>
              <a:t>Компанията е в </a:t>
            </a:r>
            <a:r>
              <a:rPr lang="en-US" sz="1800" dirty="0"/>
              <a:t>“Green” </a:t>
            </a:r>
            <a:r>
              <a:rPr lang="bg-BG" sz="1800" dirty="0"/>
              <a:t>игра, така получава </a:t>
            </a:r>
            <a:r>
              <a:rPr lang="en-US" sz="1800" dirty="0"/>
              <a:t>PR </a:t>
            </a:r>
            <a:r>
              <a:rPr lang="bg-BG" sz="1800" dirty="0"/>
              <a:t>и добра реклама.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Player </a:t>
            </a:r>
            <a:r>
              <a:rPr lang="bg-BG" sz="1800" dirty="0"/>
              <a:t>на играта получава отстъпки за продукти от реалния живот и плаща по-малко пари.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/>
              <a:t>Играта получава заплащане от компаниите, които рекламират продукти в нея.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1800" dirty="0"/>
              <a:t>Компаниите получават повече клиенти като бонус.</a:t>
            </a:r>
          </a:p>
          <a:p>
            <a:pPr marL="342900" indent="-342900">
              <a:buFont typeface="+mj-lt"/>
              <a:buAutoNum type="arabicPeriod"/>
            </a:pPr>
            <a:endParaRPr lang="bg-BG" dirty="0"/>
          </a:p>
          <a:p>
            <a:pPr marL="342900" indent="-342900" algn="ctr">
              <a:buFont typeface="+mj-lt"/>
              <a:buAutoNum type="arabicPeriod"/>
            </a:pPr>
            <a:r>
              <a:rPr lang="bg-BG" sz="1800" b="1" dirty="0"/>
              <a:t>Пазим околната среда като подтикваме хората да използват по-енергийно ефективни уреди</a:t>
            </a:r>
            <a:r>
              <a:rPr lang="en-US" sz="1800" b="1" dirty="0"/>
              <a:t>, </a:t>
            </a:r>
            <a:r>
              <a:rPr lang="bg-BG" sz="1800" b="1" dirty="0"/>
              <a:t>съответно използват по-малко енергия у дома.</a:t>
            </a:r>
          </a:p>
        </p:txBody>
      </p:sp>
    </p:spTree>
    <p:extLst>
      <p:ext uri="{BB962C8B-B14F-4D97-AF65-F5344CB8AC3E}">
        <p14:creationId xmlns:p14="http://schemas.microsoft.com/office/powerpoint/2010/main" val="1601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owerpoint background template Images - Free Download on Magnific (formerly  Freepik)">
            <a:extLst>
              <a:ext uri="{FF2B5EF4-FFF2-40B4-BE49-F238E27FC236}">
                <a16:creationId xmlns:a16="http://schemas.microsoft.com/office/drawing/2014/main" id="{B2BD2007-80DE-C117-53A3-116B65C0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46"/>
            <a:ext cx="12133006" cy="6837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A8089-739E-C261-4907-6F4B95F6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02" y="143491"/>
            <a:ext cx="9922764" cy="93598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website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B953E-F8BD-F19F-EE6A-E0F27902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11" y="967023"/>
            <a:ext cx="9922764" cy="4166755"/>
          </a:xfrm>
        </p:spPr>
        <p:txBody>
          <a:bodyPr>
            <a:normAutofit/>
          </a:bodyPr>
          <a:lstStyle/>
          <a:p>
            <a:r>
              <a:rPr lang="en-US" sz="2000" dirty="0"/>
              <a:t>	</a:t>
            </a:r>
            <a:r>
              <a:rPr lang="bg-BG" sz="2000" dirty="0"/>
              <a:t>Функции:</a:t>
            </a:r>
          </a:p>
          <a:p>
            <a:pPr lvl="1"/>
            <a:r>
              <a:rPr lang="bg-BG" sz="2000" dirty="0"/>
              <a:t>Взима динамично информацията за точки от играта</a:t>
            </a:r>
          </a:p>
          <a:p>
            <a:pPr lvl="1"/>
            <a:r>
              <a:rPr lang="bg-BG" sz="2000" dirty="0"/>
              <a:t>Позволява на играча да си преглеждаш акаунта по всяко време</a:t>
            </a:r>
          </a:p>
          <a:p>
            <a:pPr lvl="1"/>
            <a:r>
              <a:rPr lang="en-US" sz="2000" dirty="0"/>
              <a:t>Log in, Sign in</a:t>
            </a:r>
            <a:endParaRPr lang="bg-BG" sz="2000" dirty="0"/>
          </a:p>
          <a:p>
            <a:pPr lvl="1"/>
            <a:r>
              <a:rPr lang="en-US" sz="2000" dirty="0"/>
              <a:t>Daily login streak bonus</a:t>
            </a:r>
          </a:p>
          <a:p>
            <a:pPr lvl="1"/>
            <a:r>
              <a:rPr lang="bg-BG" sz="2000" dirty="0"/>
              <a:t>Блогове за екологичното използване на уреди</a:t>
            </a:r>
          </a:p>
          <a:p>
            <a:pPr lvl="1"/>
            <a:r>
              <a:rPr lang="en-US" sz="2000" dirty="0"/>
              <a:t>Leaderboard </a:t>
            </a:r>
            <a:r>
              <a:rPr lang="bg-BG" sz="2000" dirty="0"/>
              <a:t>на играчите, спестили най-много енергия</a:t>
            </a:r>
          </a:p>
          <a:p>
            <a:pPr lvl="1"/>
            <a:r>
              <a:rPr lang="bg-BG" sz="2000" dirty="0"/>
              <a:t>Направен интерактивно за телефон и </a:t>
            </a:r>
            <a:r>
              <a:rPr lang="en-US" sz="2000" dirty="0"/>
              <a:t>desktop</a:t>
            </a:r>
            <a:endParaRPr lang="bg-BG" sz="2000" dirty="0"/>
          </a:p>
          <a:p>
            <a:pPr lvl="1"/>
            <a:endParaRPr lang="bg-BG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E0BBD-2165-6222-C958-51AA9BEA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74" y="143491"/>
            <a:ext cx="4220524" cy="1913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DE6961-0E24-E2A3-BB15-EC7EFD9F5E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41"/>
          <a:stretch>
            <a:fillRect/>
          </a:stretch>
        </p:blipFill>
        <p:spPr>
          <a:xfrm>
            <a:off x="7093604" y="4100052"/>
            <a:ext cx="4873795" cy="24278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8C4E18-BF0E-2C3C-B24B-D87DBD711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03" y="4606075"/>
            <a:ext cx="5745564" cy="210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5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mple Natural landscape Pixel Art Background | OpenGameArt.org">
            <a:extLst>
              <a:ext uri="{FF2B5EF4-FFF2-40B4-BE49-F238E27FC236}">
                <a16:creationId xmlns:a16="http://schemas.microsoft.com/office/drawing/2014/main" id="{36FF1C4F-FE2D-3723-B2F8-F17D4FBC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9238F2-E3B2-D68F-FA5A-404BC54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18" y="2961009"/>
            <a:ext cx="9922764" cy="935982"/>
          </a:xfrm>
        </p:spPr>
        <p:txBody>
          <a:bodyPr/>
          <a:lstStyle/>
          <a:p>
            <a:pPr algn="ctr"/>
            <a:r>
              <a:rPr lang="en-US" dirty="0" err="1"/>
              <a:t>DEmo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85013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mple Natural landscape Pixel Art Background | OpenGameArt.org">
            <a:extLst>
              <a:ext uri="{FF2B5EF4-FFF2-40B4-BE49-F238E27FC236}">
                <a16:creationId xmlns:a16="http://schemas.microsoft.com/office/drawing/2014/main" id="{2444C812-38D2-E079-4670-E2365E631F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562708" y="-600390"/>
            <a:ext cx="13585372" cy="7641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86989E-2142-C7F7-9CEF-3353FDAA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18" y="2961009"/>
            <a:ext cx="9922764" cy="935982"/>
          </a:xfrm>
        </p:spPr>
        <p:txBody>
          <a:bodyPr/>
          <a:lstStyle/>
          <a:p>
            <a:pPr algn="ctr"/>
            <a:r>
              <a:rPr lang="bg-BG" dirty="0"/>
              <a:t>Благодаря за вниманието!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7904B-7B3E-7232-E14E-9FD89E0F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215" y="4726857"/>
            <a:ext cx="2239297" cy="2239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41EBFB-92E6-C244-6F9A-6A17D3FF8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92111" y="183382"/>
            <a:ext cx="6858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3EA739-A410-E3A9-5704-928902CE3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98" y="-24620"/>
            <a:ext cx="5846466" cy="319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0639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115</TotalTime>
  <Words>312</Words>
  <Application>Microsoft Office PowerPoint</Application>
  <PresentationFormat>Widescreen</PresentationFormat>
  <Paragraphs>47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Neue Haas Grotesk Text Pro</vt:lpstr>
      <vt:lpstr>System Font Regular</vt:lpstr>
      <vt:lpstr>Bjorn</vt:lpstr>
      <vt:lpstr>Ecohouse  </vt:lpstr>
      <vt:lpstr>Съдържание</vt:lpstr>
      <vt:lpstr>идеята</vt:lpstr>
      <vt:lpstr>Реализация на проекта</vt:lpstr>
      <vt:lpstr>Gamified solution</vt:lpstr>
      <vt:lpstr>Gamified solution</vt:lpstr>
      <vt:lpstr>website</vt:lpstr>
      <vt:lpstr>DEmo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Лъчезар Д. Христов</dc:creator>
  <cp:lastModifiedBy>Лъчезар Д. Христов</cp:lastModifiedBy>
  <cp:revision>19</cp:revision>
  <dcterms:created xsi:type="dcterms:W3CDTF">2026-10-04T07:24:45Z</dcterms:created>
  <dcterms:modified xsi:type="dcterms:W3CDTF">2026-10-04T09:20:12Z</dcterms:modified>
</cp:coreProperties>
</file>